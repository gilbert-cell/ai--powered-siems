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347330832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79C013-3ACF-FD33-7E4A-8E69D5D46A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395569-D5F7-CCD0-2770-D87DFE5702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950799" name="Background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="ctr"/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  <a:p>
            <a:pPr algn="ctr">
              <a:defRPr/>
            </a:pPr>
            <a:endParaRPr/>
          </a:p>
        </p:txBody>
      </p:sp>
      <p:sp>
        <p:nvSpPr>
          <p:cNvPr id="386769507" name="Accent"/>
          <p:cNvSpPr/>
          <p:nvPr/>
        </p:nvSpPr>
        <p:spPr bwMode="auto">
          <a:xfrm>
            <a:off x="0" y="0"/>
            <a:ext cx="12192000" cy="155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806306480" name="TextBox 6"/>
          <p:cNvSpPr txBox="1"/>
          <p:nvPr/>
        </p:nvSpPr>
        <p:spPr bwMode="auto">
          <a:xfrm flipH="0" flipV="0">
            <a:off x="1080000" y="1739999"/>
            <a:ext cx="10966088" cy="49582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/>
            </a:pPr>
            <a:endParaRPr/>
          </a:p>
        </p:txBody>
      </p:sp>
      <p:sp>
        <p:nvSpPr>
          <p:cNvPr id="1763440861" name="TextBox 7"/>
          <p:cNvSpPr txBox="1"/>
          <p:nvPr/>
        </p:nvSpPr>
        <p:spPr bwMode="auto">
          <a:xfrm>
            <a:off x="10400000" y="6250000"/>
            <a:ext cx="11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defRPr/>
            </a:pPr>
            <a:r>
              <a:rPr lang="en-US" sz="1300">
                <a:solidFill>
                  <a:srgbClr val="94A3B8"/>
                </a:solidFill>
              </a:rPr>
              <a:t>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EM Theme">
  <a:themeElements>
    <a:clrScheme name="SIEM">
      <a:dk1>
        <a:srgbClr val="0F172A"/>
      </a:dk1>
      <a:lt1>
        <a:srgbClr val="FFFFFF"/>
      </a:lt1>
      <a:dk2>
        <a:srgbClr val="1E293B"/>
      </a:dk2>
      <a:lt2>
        <a:srgbClr val="E5E7EB"/>
      </a:lt2>
      <a:accent1>
        <a:srgbClr val="38BDF8"/>
      </a:accent1>
      <a:accent2>
        <a:srgbClr val="22C55E"/>
      </a:accent2>
      <a:accent3>
        <a:srgbClr val="F97316"/>
      </a:accent3>
      <a:accent4>
        <a:srgbClr val="EF4444"/>
      </a:accent4>
      <a:accent5>
        <a:srgbClr val="A78BFA"/>
      </a:accent5>
      <a:accent6>
        <a:srgbClr val="FACC15"/>
      </a:accent6>
      <a:hlink>
        <a:srgbClr val="38BDF8"/>
      </a:hlink>
      <a:folHlink>
        <a:srgbClr val="A78BFA"/>
      </a:folHlink>
    </a:clrScheme>
    <a:fontScheme name="Aptos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SIEM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dk2"/>
        </a:solidFill>
        <a:solidFill>
          <a:schemeClr val="lt1"/>
        </a:soli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IEM Theme">
  <a:themeElements>
    <a:clrScheme name="SIEM">
      <a:dk1>
        <a:srgbClr val="0F172A"/>
      </a:dk1>
      <a:lt1>
        <a:srgbClr val="FFFFFF"/>
      </a:lt1>
      <a:dk2>
        <a:srgbClr val="1E293B"/>
      </a:dk2>
      <a:lt2>
        <a:srgbClr val="E5E7EB"/>
      </a:lt2>
      <a:accent1>
        <a:srgbClr val="38BDF8"/>
      </a:accent1>
      <a:accent2>
        <a:srgbClr val="22C55E"/>
      </a:accent2>
      <a:accent3>
        <a:srgbClr val="F97316"/>
      </a:accent3>
      <a:accent4>
        <a:srgbClr val="EF4444"/>
      </a:accent4>
      <a:accent5>
        <a:srgbClr val="A78BFA"/>
      </a:accent5>
      <a:accent6>
        <a:srgbClr val="FACC15"/>
      </a:accent6>
      <a:hlink>
        <a:srgbClr val="38BDF8"/>
      </a:hlink>
      <a:folHlink>
        <a:srgbClr val="A78BFA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SIEM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dk2"/>
        </a:solidFill>
        <a:solidFill>
          <a:schemeClr val="lt1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SIEM System Presentation</dc:title>
  <dc:creator>Codex</dc:creator>
  <cp:lastModifiedBy/>
  <cp:revision>1</cp:revision>
  <dcterms:modified xsi:type="dcterms:W3CDTF">2026-05-20T06:44:04Z</dcterms:modified>
</cp:coreProperties>
</file>